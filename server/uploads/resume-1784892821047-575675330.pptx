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738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18EDD-B845-F2D7-0A58-A3AFE4CCE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AFFF6B-0C49-D1CD-3047-D931B1F0F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59D77-1183-B7CF-8511-C43A0F75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30E56-6C55-0069-EBFE-7135EF04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D0D5BC-18D7-FB1F-130A-9A12AFFC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85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6D6A7-525F-314F-C12E-8A858332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85410B-578E-F172-9202-F61A67F3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2580C-D5E0-83A4-6CA0-D41D1CB6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D22D6-C4D8-B7CF-12E2-3C05DE84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BAC4A-F8B0-FCD8-C02A-6A28A3D6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7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33CB5-8B73-5424-570C-8C6B8B06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24CE8C-12E8-F0CF-95A7-F52DED3E9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CD9087-B511-D66C-B7A1-00C0F6C2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1C37D6-C79F-BE0B-6F45-53CEF59B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700EA-B3B6-4782-9A6F-EE430877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7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E0EE6-CE16-6FBB-5605-707407DE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D5445-3A10-04C5-AE7E-ADE6D0087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514292-EABF-8215-2D53-1C982989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95C176-AC0C-3BDC-72CE-FA302B2E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FB454-380B-5D0B-E48C-3036920C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86E62D-2BC1-3221-E2E2-C5F5FDD4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1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CE577-EAB8-1337-8245-EE650614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E0071E-60EC-C4E0-8F83-43CBA3BDD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98012E-4D64-2A1D-1D39-464173FD7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1F3002-DA52-2DEA-2395-47CEAF105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078D2C-0169-B05B-C6C2-A5EF8284F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826DEF-2033-1B78-B49F-75D699B3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23A3B0-DD4F-AA4F-45D0-49D37B96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D139CF-8B6C-1578-7CD3-43F15E97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83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8A497-0525-5AC7-6FE7-0D441CF0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1D7BEB-B8ED-4068-A203-F51AA8A5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82F17F-AE5B-76B9-D2B6-AF71B3A0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E86177-86E3-393F-63F9-385DDB2F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5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38EAAB-BFA1-69BB-B3FC-42B2C5CB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233FB0-3EAE-24EB-B288-7A6C87BB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68D208-DAA4-2F59-6D7A-4F0BB6C1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96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82777-1A4F-451F-F043-DC38555C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8EB65-E744-7183-2FAF-044AFD07E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143A4D-7088-55B5-6BE0-393122A22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16DB4-7852-6767-9FCD-69EE6898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30E27F-A316-E811-64D6-1D2B0263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1458F3-AAFB-F4CA-CE81-058D51E9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007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9197C-E8BE-5BC1-7089-E64750B0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C8113-8602-EF17-1828-62FDA9FB2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A9BDDA-4E99-3EB0-A17A-C6C063F98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4442E-A44A-736F-A504-6AE9CB9E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53845-95A1-4580-3182-381F5986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6E43D0-1665-9BA6-46E8-A03F6DBF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52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1DD57-3DB0-E13F-25DA-D9469EB0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986DEE-AB18-710E-B497-21D8D601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B0CFA-A322-9227-2305-8EC1C3ED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4987E-6053-036C-1BB2-B67A8530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D44A9-E357-3CF9-A28E-F7149271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55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C9BAA-9F1F-6FB8-877A-B279D701F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E6F855-36FC-9BD1-D1E7-6C4D4FE24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8DDAA-FD1B-1D19-21ED-55D9E545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362A6-2C60-6ECA-A604-094B6FA2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C1F71-0BB2-1433-A66C-588089E3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32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8F1D4F-090B-1766-2C40-A6B98280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C001B3-8DA2-0561-F04E-4CF461EA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300AD-9EBA-F915-1C4E-7F292885A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42C56-9CEF-4FC8-8256-EB4F21AE596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E6222-E12F-D920-8920-BEFA4C54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39C776-60D6-6BA2-D6CE-F0505D141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F191A-E144-4ACD-8684-97BCF9E6B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44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E675E093-4183-86F8-3091-49B7DAD9E029}"/>
              </a:ext>
            </a:extLst>
          </p:cNvPr>
          <p:cNvGrpSpPr/>
          <p:nvPr/>
        </p:nvGrpSpPr>
        <p:grpSpPr>
          <a:xfrm>
            <a:off x="2132046" y="541176"/>
            <a:ext cx="6755360" cy="6141769"/>
            <a:chOff x="2132046" y="541176"/>
            <a:chExt cx="6755360" cy="614176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F4DD0D-AA25-A452-9FA9-7849F077867A}"/>
                </a:ext>
              </a:extLst>
            </p:cNvPr>
            <p:cNvSpPr/>
            <p:nvPr/>
          </p:nvSpPr>
          <p:spPr>
            <a:xfrm>
              <a:off x="5066522" y="541176"/>
              <a:ext cx="1558213" cy="653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1B4258D-4794-F0B6-6FBD-C9330D3EB866}"/>
                </a:ext>
              </a:extLst>
            </p:cNvPr>
            <p:cNvSpPr txBox="1"/>
            <p:nvPr/>
          </p:nvSpPr>
          <p:spPr>
            <a:xfrm>
              <a:off x="5439747" y="676469"/>
              <a:ext cx="1007706" cy="382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管理员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94EF2B2-CB64-C49F-D258-770183A2FFDF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5845628" y="11943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79D65444-7757-961E-C1DA-AC1816BCFB90}"/>
                </a:ext>
              </a:extLst>
            </p:cNvPr>
            <p:cNvCxnSpPr/>
            <p:nvPr/>
          </p:nvCxnSpPr>
          <p:spPr>
            <a:xfrm flipH="1">
              <a:off x="3079102" y="1651518"/>
              <a:ext cx="2766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1A6495A-D951-79DD-944D-0E31DEC2D90E}"/>
                </a:ext>
              </a:extLst>
            </p:cNvPr>
            <p:cNvCxnSpPr/>
            <p:nvPr/>
          </p:nvCxnSpPr>
          <p:spPr>
            <a:xfrm flipH="1">
              <a:off x="5845628" y="1651518"/>
              <a:ext cx="2766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E509ED3-ADD8-1A89-3D45-1680AFB2140D}"/>
                </a:ext>
              </a:extLst>
            </p:cNvPr>
            <p:cNvCxnSpPr/>
            <p:nvPr/>
          </p:nvCxnSpPr>
          <p:spPr>
            <a:xfrm flipH="1">
              <a:off x="3079100" y="16515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51A3238-D51C-AF1C-0963-6CCAA12D973A}"/>
                </a:ext>
              </a:extLst>
            </p:cNvPr>
            <p:cNvCxnSpPr/>
            <p:nvPr/>
          </p:nvCxnSpPr>
          <p:spPr>
            <a:xfrm flipH="1">
              <a:off x="3819349" y="1662403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27E10EF-EAF8-F58B-35AA-530C70D7F743}"/>
                </a:ext>
              </a:extLst>
            </p:cNvPr>
            <p:cNvCxnSpPr/>
            <p:nvPr/>
          </p:nvCxnSpPr>
          <p:spPr>
            <a:xfrm flipH="1">
              <a:off x="4561113" y="1646852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2A1BE9F-5677-0DA6-FDA9-BFF1D3BC0000}"/>
                </a:ext>
              </a:extLst>
            </p:cNvPr>
            <p:cNvCxnSpPr/>
            <p:nvPr/>
          </p:nvCxnSpPr>
          <p:spPr>
            <a:xfrm flipH="1">
              <a:off x="5302894" y="1646852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3E49044-55CE-5490-603C-24A7BE88F5DB}"/>
                </a:ext>
              </a:extLst>
            </p:cNvPr>
            <p:cNvCxnSpPr/>
            <p:nvPr/>
          </p:nvCxnSpPr>
          <p:spPr>
            <a:xfrm flipH="1">
              <a:off x="6008917" y="1662403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ECFA771-BCDF-6A42-EEDC-67E96C3CFD03}"/>
                </a:ext>
              </a:extLst>
            </p:cNvPr>
            <p:cNvCxnSpPr/>
            <p:nvPr/>
          </p:nvCxnSpPr>
          <p:spPr>
            <a:xfrm flipH="1">
              <a:off x="6817563" y="1662403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8D712EF-FF13-D3B6-A524-33906FEC4F76}"/>
                </a:ext>
              </a:extLst>
            </p:cNvPr>
            <p:cNvCxnSpPr/>
            <p:nvPr/>
          </p:nvCxnSpPr>
          <p:spPr>
            <a:xfrm flipH="1">
              <a:off x="7716414" y="16515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4D8F291-0714-C845-D25C-EFD8DA236CD3}"/>
                </a:ext>
              </a:extLst>
            </p:cNvPr>
            <p:cNvCxnSpPr/>
            <p:nvPr/>
          </p:nvCxnSpPr>
          <p:spPr>
            <a:xfrm flipH="1">
              <a:off x="8612153" y="16515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7CB6EC8-410B-8517-5EDC-94CB03370EAB}"/>
                </a:ext>
              </a:extLst>
            </p:cNvPr>
            <p:cNvSpPr/>
            <p:nvPr/>
          </p:nvSpPr>
          <p:spPr>
            <a:xfrm>
              <a:off x="2802333" y="2119603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44E9FD7-96DD-66B9-F548-E13CFFD9639F}"/>
                </a:ext>
              </a:extLst>
            </p:cNvPr>
            <p:cNvSpPr/>
            <p:nvPr/>
          </p:nvSpPr>
          <p:spPr>
            <a:xfrm>
              <a:off x="5066522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281FFF6-9535-40EE-A59E-83D8FAA067E4}"/>
                </a:ext>
              </a:extLst>
            </p:cNvPr>
            <p:cNvSpPr/>
            <p:nvPr/>
          </p:nvSpPr>
          <p:spPr>
            <a:xfrm>
              <a:off x="4276528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C8EE461-EDDB-7AE4-6276-D732939CDB1F}"/>
                </a:ext>
              </a:extLst>
            </p:cNvPr>
            <p:cNvSpPr/>
            <p:nvPr/>
          </p:nvSpPr>
          <p:spPr>
            <a:xfrm>
              <a:off x="3544096" y="213048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B258BCD-1336-A9E3-ABF9-19664A3A9F88}"/>
                </a:ext>
              </a:extLst>
            </p:cNvPr>
            <p:cNvSpPr/>
            <p:nvPr/>
          </p:nvSpPr>
          <p:spPr>
            <a:xfrm>
              <a:off x="7439605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0CC4931-0A9E-9F97-76B0-28C66A7570DA}"/>
                </a:ext>
              </a:extLst>
            </p:cNvPr>
            <p:cNvSpPr/>
            <p:nvPr/>
          </p:nvSpPr>
          <p:spPr>
            <a:xfrm>
              <a:off x="5820747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E596CAB-31AC-E7CF-F7F3-AA19883A433C}"/>
                </a:ext>
              </a:extLst>
            </p:cNvPr>
            <p:cNvSpPr/>
            <p:nvPr/>
          </p:nvSpPr>
          <p:spPr>
            <a:xfrm>
              <a:off x="8336900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E5207F4-0BE6-AD6C-7BFB-4C4D8EE01860}"/>
                </a:ext>
              </a:extLst>
            </p:cNvPr>
            <p:cNvSpPr/>
            <p:nvPr/>
          </p:nvSpPr>
          <p:spPr>
            <a:xfrm>
              <a:off x="6542310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4971D0C-5C65-21BC-4484-9EA8BA68AC49}"/>
                </a:ext>
              </a:extLst>
            </p:cNvPr>
            <p:cNvSpPr txBox="1"/>
            <p:nvPr/>
          </p:nvSpPr>
          <p:spPr>
            <a:xfrm>
              <a:off x="2834995" y="2531032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新闻管理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984F353-285D-DBDB-776E-4F8920AF435B}"/>
                </a:ext>
              </a:extLst>
            </p:cNvPr>
            <p:cNvSpPr txBox="1"/>
            <p:nvPr/>
          </p:nvSpPr>
          <p:spPr>
            <a:xfrm>
              <a:off x="3584542" y="2510807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广告管理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82C6350-CDA4-8612-F473-93EEFEFB5F50}"/>
                </a:ext>
              </a:extLst>
            </p:cNvPr>
            <p:cNvSpPr txBox="1"/>
            <p:nvPr/>
          </p:nvSpPr>
          <p:spPr>
            <a:xfrm>
              <a:off x="5106968" y="2531030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统计分析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F09D59E-72C7-F1DC-EFF1-E0446F5FBF01}"/>
                </a:ext>
              </a:extLst>
            </p:cNvPr>
            <p:cNvSpPr txBox="1"/>
            <p:nvPr/>
          </p:nvSpPr>
          <p:spPr>
            <a:xfrm>
              <a:off x="4326306" y="2510808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评论管理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6B76C10-5898-89E3-ADC0-F6219B3E2677}"/>
                </a:ext>
              </a:extLst>
            </p:cNvPr>
            <p:cNvSpPr txBox="1"/>
            <p:nvPr/>
          </p:nvSpPr>
          <p:spPr>
            <a:xfrm>
              <a:off x="5861193" y="2541915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消息管理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F2A4CEE-3348-6A4E-F086-C19B89D14B3B}"/>
                </a:ext>
              </a:extLst>
            </p:cNvPr>
            <p:cNvSpPr txBox="1"/>
            <p:nvPr/>
          </p:nvSpPr>
          <p:spPr>
            <a:xfrm>
              <a:off x="6582756" y="2541915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类型管理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633A2D2-8324-3AC9-1EA4-024C5618DBCC}"/>
                </a:ext>
              </a:extLst>
            </p:cNvPr>
            <p:cNvSpPr txBox="1"/>
            <p:nvPr/>
          </p:nvSpPr>
          <p:spPr>
            <a:xfrm>
              <a:off x="7480051" y="2510805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意见反馈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947F5AF-C820-93EC-2D3C-5C5A5C20A9B2}"/>
                </a:ext>
              </a:extLst>
            </p:cNvPr>
            <p:cNvSpPr txBox="1"/>
            <p:nvPr/>
          </p:nvSpPr>
          <p:spPr>
            <a:xfrm>
              <a:off x="8377346" y="2510806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系统信息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9C3DE3E-8E2B-CF39-FD12-8C29CEA0CB4B}"/>
                </a:ext>
              </a:extLst>
            </p:cNvPr>
            <p:cNvCxnSpPr>
              <a:cxnSpLocks/>
            </p:cNvCxnSpPr>
            <p:nvPr/>
          </p:nvCxnSpPr>
          <p:spPr>
            <a:xfrm>
              <a:off x="3069801" y="4142792"/>
              <a:ext cx="0" cy="4987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593C81-DA46-E678-3077-80F51A196145}"/>
                </a:ext>
              </a:extLst>
            </p:cNvPr>
            <p:cNvSpPr/>
            <p:nvPr/>
          </p:nvSpPr>
          <p:spPr>
            <a:xfrm>
              <a:off x="2132046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1E1F3C1-9D1B-7845-CD7A-3C7D6C213C4C}"/>
                </a:ext>
              </a:extLst>
            </p:cNvPr>
            <p:cNvSpPr txBox="1"/>
            <p:nvPr/>
          </p:nvSpPr>
          <p:spPr>
            <a:xfrm>
              <a:off x="2172492" y="5047418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新闻录入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0B6C3830-EAFD-427C-CA95-63F556DA7301}"/>
                </a:ext>
              </a:extLst>
            </p:cNvPr>
            <p:cNvCxnSpPr/>
            <p:nvPr/>
          </p:nvCxnSpPr>
          <p:spPr>
            <a:xfrm>
              <a:off x="2407299" y="4344952"/>
              <a:ext cx="14120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F014D05-86DE-8133-8A4F-7188E9E46E59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2407299" y="4344952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E46700B-0A0B-194F-8128-B911FFA66D5E}"/>
                </a:ext>
              </a:extLst>
            </p:cNvPr>
            <p:cNvSpPr/>
            <p:nvPr/>
          </p:nvSpPr>
          <p:spPr>
            <a:xfrm>
              <a:off x="2834995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2974EC2-C416-F6B4-3CF4-8B7D16FC3F0B}"/>
                </a:ext>
              </a:extLst>
            </p:cNvPr>
            <p:cNvSpPr txBox="1"/>
            <p:nvPr/>
          </p:nvSpPr>
          <p:spPr>
            <a:xfrm>
              <a:off x="2908129" y="5047417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新闻修改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4FE750C1-6318-12C9-335B-D5E603C4BF31}"/>
                </a:ext>
              </a:extLst>
            </p:cNvPr>
            <p:cNvSpPr/>
            <p:nvPr/>
          </p:nvSpPr>
          <p:spPr>
            <a:xfrm>
              <a:off x="3537944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C96BCEF-E633-96BC-884E-A0706107A81B}"/>
                </a:ext>
              </a:extLst>
            </p:cNvPr>
            <p:cNvSpPr txBox="1"/>
            <p:nvPr/>
          </p:nvSpPr>
          <p:spPr>
            <a:xfrm>
              <a:off x="3611078" y="5047417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新闻查询</a:t>
              </a: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487BE7-995F-697E-284E-4C82F5D3D9C8}"/>
                </a:ext>
              </a:extLst>
            </p:cNvPr>
            <p:cNvCxnSpPr>
              <a:endCxn id="59" idx="0"/>
            </p:cNvCxnSpPr>
            <p:nvPr/>
          </p:nvCxnSpPr>
          <p:spPr>
            <a:xfrm flipH="1">
              <a:off x="3813197" y="4344952"/>
              <a:ext cx="6152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CC4A86C-5E1C-E750-1BAB-7BA8D679D1C4}"/>
                </a:ext>
              </a:extLst>
            </p:cNvPr>
            <p:cNvCxnSpPr>
              <a:cxnSpLocks/>
            </p:cNvCxnSpPr>
            <p:nvPr/>
          </p:nvCxnSpPr>
          <p:spPr>
            <a:xfrm>
              <a:off x="6774040" y="4161011"/>
              <a:ext cx="0" cy="202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A0323147-BA60-01C9-8B60-1800839E496A}"/>
                </a:ext>
              </a:extLst>
            </p:cNvPr>
            <p:cNvCxnSpPr/>
            <p:nvPr/>
          </p:nvCxnSpPr>
          <p:spPr>
            <a:xfrm>
              <a:off x="6111538" y="4363171"/>
              <a:ext cx="14120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F83450D-A895-7A80-AD75-7FB235C58551}"/>
                </a:ext>
              </a:extLst>
            </p:cNvPr>
            <p:cNvCxnSpPr>
              <a:cxnSpLocks/>
            </p:cNvCxnSpPr>
            <p:nvPr/>
          </p:nvCxnSpPr>
          <p:spPr>
            <a:xfrm>
              <a:off x="6111538" y="4363171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7C2848A-BEA8-24C2-B350-35EA573E8C65}"/>
                </a:ext>
              </a:extLst>
            </p:cNvPr>
            <p:cNvCxnSpPr/>
            <p:nvPr/>
          </p:nvCxnSpPr>
          <p:spPr>
            <a:xfrm flipH="1">
              <a:off x="7517436" y="4363171"/>
              <a:ext cx="6152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06F43A0-B049-A683-111F-8B8DC4A53EDD}"/>
                </a:ext>
              </a:extLst>
            </p:cNvPr>
            <p:cNvSpPr/>
            <p:nvPr/>
          </p:nvSpPr>
          <p:spPr>
            <a:xfrm>
              <a:off x="5824727" y="465975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F1840A5-14F3-A7F9-5C2D-10D34C76C40E}"/>
                </a:ext>
              </a:extLst>
            </p:cNvPr>
            <p:cNvSpPr txBox="1"/>
            <p:nvPr/>
          </p:nvSpPr>
          <p:spPr>
            <a:xfrm>
              <a:off x="5876731" y="4869253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新闻类型维护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2E284F46-FE55-AA41-D24A-1CC666618D74}"/>
                </a:ext>
              </a:extLst>
            </p:cNvPr>
            <p:cNvSpPr/>
            <p:nvPr/>
          </p:nvSpPr>
          <p:spPr>
            <a:xfrm>
              <a:off x="7242183" y="465975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375AC2DC-3DE3-2F93-ABB9-A6352499BDB0}"/>
                </a:ext>
              </a:extLst>
            </p:cNvPr>
            <p:cNvSpPr txBox="1"/>
            <p:nvPr/>
          </p:nvSpPr>
          <p:spPr>
            <a:xfrm>
              <a:off x="7295004" y="4839032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类型名称管理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07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:a16="http://schemas.microsoft.com/office/drawing/2014/main" id="{0854C1AD-E8F4-34F3-294D-C86383F44988}"/>
              </a:ext>
            </a:extLst>
          </p:cNvPr>
          <p:cNvGrpSpPr/>
          <p:nvPr/>
        </p:nvGrpSpPr>
        <p:grpSpPr>
          <a:xfrm>
            <a:off x="2132046" y="541176"/>
            <a:ext cx="7940379" cy="6123550"/>
            <a:chOff x="2132046" y="541176"/>
            <a:chExt cx="7940379" cy="612355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F279D79-3E00-C98A-8847-445E7EFD04E4}"/>
                </a:ext>
              </a:extLst>
            </p:cNvPr>
            <p:cNvSpPr/>
            <p:nvPr/>
          </p:nvSpPr>
          <p:spPr>
            <a:xfrm>
              <a:off x="5066522" y="541176"/>
              <a:ext cx="1558213" cy="653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85636DC-81F3-190A-3426-6720F2D9A4D8}"/>
                </a:ext>
              </a:extLst>
            </p:cNvPr>
            <p:cNvSpPr txBox="1"/>
            <p:nvPr/>
          </p:nvSpPr>
          <p:spPr>
            <a:xfrm>
              <a:off x="5302894" y="688237"/>
              <a:ext cx="1144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普通用户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BCE5780-C83E-43A6-0FB4-155C103E35BA}"/>
                </a:ext>
              </a:extLst>
            </p:cNvPr>
            <p:cNvCxnSpPr>
              <a:stCxn id="3" idx="2"/>
            </p:cNvCxnSpPr>
            <p:nvPr/>
          </p:nvCxnSpPr>
          <p:spPr>
            <a:xfrm flipH="1">
              <a:off x="5845628" y="11943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3ABB254-2D26-CD83-4FDD-CD9BE116653D}"/>
                </a:ext>
              </a:extLst>
            </p:cNvPr>
            <p:cNvCxnSpPr/>
            <p:nvPr/>
          </p:nvCxnSpPr>
          <p:spPr>
            <a:xfrm flipH="1">
              <a:off x="3079102" y="1651518"/>
              <a:ext cx="2766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6143837-EFCA-A8B3-C5DC-1341B762AB13}"/>
                </a:ext>
              </a:extLst>
            </p:cNvPr>
            <p:cNvCxnSpPr/>
            <p:nvPr/>
          </p:nvCxnSpPr>
          <p:spPr>
            <a:xfrm flipH="1">
              <a:off x="5845628" y="1651518"/>
              <a:ext cx="2766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5825346-D6CC-A0D4-66C9-76C4F4DCBB6D}"/>
                </a:ext>
              </a:extLst>
            </p:cNvPr>
            <p:cNvCxnSpPr/>
            <p:nvPr/>
          </p:nvCxnSpPr>
          <p:spPr>
            <a:xfrm flipH="1">
              <a:off x="3079100" y="16515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2854EA3-B2D0-835F-0A86-C3929FB7EF63}"/>
                </a:ext>
              </a:extLst>
            </p:cNvPr>
            <p:cNvCxnSpPr/>
            <p:nvPr/>
          </p:nvCxnSpPr>
          <p:spPr>
            <a:xfrm flipH="1">
              <a:off x="4045619" y="1658611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10BDA86-7E86-CDEA-175E-FF34DB2A528F}"/>
                </a:ext>
              </a:extLst>
            </p:cNvPr>
            <p:cNvCxnSpPr/>
            <p:nvPr/>
          </p:nvCxnSpPr>
          <p:spPr>
            <a:xfrm flipH="1">
              <a:off x="5069510" y="1658611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670D7C8-CD6D-5725-03FD-19DC1E0DA9EE}"/>
                </a:ext>
              </a:extLst>
            </p:cNvPr>
            <p:cNvCxnSpPr/>
            <p:nvPr/>
          </p:nvCxnSpPr>
          <p:spPr>
            <a:xfrm flipH="1">
              <a:off x="6316049" y="1674162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B1D0E45-9928-9E47-643D-84CDB375757E}"/>
                </a:ext>
              </a:extLst>
            </p:cNvPr>
            <p:cNvCxnSpPr/>
            <p:nvPr/>
          </p:nvCxnSpPr>
          <p:spPr>
            <a:xfrm flipH="1">
              <a:off x="7622194" y="1662403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289643C-EED9-61AD-F0E5-309B83B50AF0}"/>
                </a:ext>
              </a:extLst>
            </p:cNvPr>
            <p:cNvCxnSpPr/>
            <p:nvPr/>
          </p:nvCxnSpPr>
          <p:spPr>
            <a:xfrm flipH="1">
              <a:off x="8612153" y="1651518"/>
              <a:ext cx="1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1B24181-08D8-C9A6-BD64-98056D265DCC}"/>
                </a:ext>
              </a:extLst>
            </p:cNvPr>
            <p:cNvSpPr/>
            <p:nvPr/>
          </p:nvSpPr>
          <p:spPr>
            <a:xfrm>
              <a:off x="2802333" y="2119603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080CFD2-D064-D1E8-F120-6FE6B519D345}"/>
                </a:ext>
              </a:extLst>
            </p:cNvPr>
            <p:cNvSpPr/>
            <p:nvPr/>
          </p:nvSpPr>
          <p:spPr>
            <a:xfrm>
              <a:off x="4833138" y="2142245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0EB9D0D-6A54-08CF-D904-78BB979F31EA}"/>
                </a:ext>
              </a:extLst>
            </p:cNvPr>
            <p:cNvSpPr/>
            <p:nvPr/>
          </p:nvSpPr>
          <p:spPr>
            <a:xfrm>
              <a:off x="3761034" y="2142245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93D4354-BFFA-B6C7-37F3-868D4DCA1F75}"/>
                </a:ext>
              </a:extLst>
            </p:cNvPr>
            <p:cNvSpPr/>
            <p:nvPr/>
          </p:nvSpPr>
          <p:spPr>
            <a:xfrm>
              <a:off x="6127879" y="2142246"/>
              <a:ext cx="550506" cy="20005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522BE8E-F320-4231-004E-934008C6AA80}"/>
                </a:ext>
              </a:extLst>
            </p:cNvPr>
            <p:cNvSpPr/>
            <p:nvPr/>
          </p:nvSpPr>
          <p:spPr>
            <a:xfrm>
              <a:off x="8336900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8D93C21-2BC0-FE1A-E9F6-C94908CD4891}"/>
                </a:ext>
              </a:extLst>
            </p:cNvPr>
            <p:cNvSpPr/>
            <p:nvPr/>
          </p:nvSpPr>
          <p:spPr>
            <a:xfrm>
              <a:off x="7346941" y="2130486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2366A03-3941-1E0C-FA04-21826E97776C}"/>
                </a:ext>
              </a:extLst>
            </p:cNvPr>
            <p:cNvSpPr txBox="1"/>
            <p:nvPr/>
          </p:nvSpPr>
          <p:spPr>
            <a:xfrm>
              <a:off x="2834995" y="2531032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门户浏览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B140E09-61FD-2025-5878-734BE06BAC5F}"/>
                </a:ext>
              </a:extLst>
            </p:cNvPr>
            <p:cNvSpPr txBox="1"/>
            <p:nvPr/>
          </p:nvSpPr>
          <p:spPr>
            <a:xfrm>
              <a:off x="4873584" y="2542789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注册登录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D752701-781C-EEDA-8F03-5F360775FC2D}"/>
                </a:ext>
              </a:extLst>
            </p:cNvPr>
            <p:cNvSpPr txBox="1"/>
            <p:nvPr/>
          </p:nvSpPr>
          <p:spPr>
            <a:xfrm>
              <a:off x="3810812" y="2522567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热门推荐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4D52F90-F394-CACC-B1B4-987DDEABFFB6}"/>
                </a:ext>
              </a:extLst>
            </p:cNvPr>
            <p:cNvSpPr txBox="1"/>
            <p:nvPr/>
          </p:nvSpPr>
          <p:spPr>
            <a:xfrm>
              <a:off x="6168325" y="2553674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模糊搜索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7BB067E-7ECF-4E03-C567-D1AF4F596B8A}"/>
                </a:ext>
              </a:extLst>
            </p:cNvPr>
            <p:cNvSpPr txBox="1"/>
            <p:nvPr/>
          </p:nvSpPr>
          <p:spPr>
            <a:xfrm>
              <a:off x="7387387" y="2541915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意见反馈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19C7399-F979-C211-6755-725890CDBABD}"/>
                </a:ext>
              </a:extLst>
            </p:cNvPr>
            <p:cNvSpPr txBox="1"/>
            <p:nvPr/>
          </p:nvSpPr>
          <p:spPr>
            <a:xfrm>
              <a:off x="8377346" y="2510806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用户中心</a:t>
              </a: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8ABFF47-C79F-97B7-7359-A0979072BF91}"/>
                </a:ext>
              </a:extLst>
            </p:cNvPr>
            <p:cNvCxnSpPr>
              <a:cxnSpLocks/>
            </p:cNvCxnSpPr>
            <p:nvPr/>
          </p:nvCxnSpPr>
          <p:spPr>
            <a:xfrm>
              <a:off x="3069801" y="4142792"/>
              <a:ext cx="0" cy="4987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3F2EBE8-3B52-70A5-7BC0-61B2982D8D9D}"/>
                </a:ext>
              </a:extLst>
            </p:cNvPr>
            <p:cNvSpPr/>
            <p:nvPr/>
          </p:nvSpPr>
          <p:spPr>
            <a:xfrm>
              <a:off x="2132046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3527817-8F8B-41EA-50FB-CC49DE9100C7}"/>
                </a:ext>
              </a:extLst>
            </p:cNvPr>
            <p:cNvSpPr txBox="1"/>
            <p:nvPr/>
          </p:nvSpPr>
          <p:spPr>
            <a:xfrm>
              <a:off x="2201381" y="4770418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新闻列表浏览</a:t>
              </a: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B51B719-C147-BBFE-AF68-F2B84366B01B}"/>
                </a:ext>
              </a:extLst>
            </p:cNvPr>
            <p:cNvCxnSpPr/>
            <p:nvPr/>
          </p:nvCxnSpPr>
          <p:spPr>
            <a:xfrm>
              <a:off x="2407299" y="4344952"/>
              <a:ext cx="14120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6EA1ECF-EAB3-B11B-4D58-F87FC21A9A21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2407299" y="4344952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DB70913-E41C-2DC6-07F8-373B637C05AA}"/>
                </a:ext>
              </a:extLst>
            </p:cNvPr>
            <p:cNvSpPr/>
            <p:nvPr/>
          </p:nvSpPr>
          <p:spPr>
            <a:xfrm>
              <a:off x="2834995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635B38B-7478-3DB0-C9A3-40ADFD149353}"/>
                </a:ext>
              </a:extLst>
            </p:cNvPr>
            <p:cNvSpPr txBox="1"/>
            <p:nvPr/>
          </p:nvSpPr>
          <p:spPr>
            <a:xfrm>
              <a:off x="2876649" y="4770418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最新新闻查看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C50F495-2C46-6FD2-2BD6-1DCA49014860}"/>
                </a:ext>
              </a:extLst>
            </p:cNvPr>
            <p:cNvSpPr/>
            <p:nvPr/>
          </p:nvSpPr>
          <p:spPr>
            <a:xfrm>
              <a:off x="3537944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F018BF3-D252-3672-FB9A-F7B98C540581}"/>
                </a:ext>
              </a:extLst>
            </p:cNvPr>
            <p:cNvSpPr txBox="1"/>
            <p:nvPr/>
          </p:nvSpPr>
          <p:spPr>
            <a:xfrm>
              <a:off x="3606366" y="4770418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热门新闻查看</a:t>
              </a: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FF5EC5C-04A0-2CFD-ACA8-02E226103850}"/>
                </a:ext>
              </a:extLst>
            </p:cNvPr>
            <p:cNvCxnSpPr>
              <a:endCxn id="39" idx="0"/>
            </p:cNvCxnSpPr>
            <p:nvPr/>
          </p:nvCxnSpPr>
          <p:spPr>
            <a:xfrm flipH="1">
              <a:off x="3813197" y="4344952"/>
              <a:ext cx="6152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1BCC5E7-7883-8896-EEB7-A67D48E725F2}"/>
                </a:ext>
              </a:extLst>
            </p:cNvPr>
            <p:cNvCxnSpPr>
              <a:cxnSpLocks/>
            </p:cNvCxnSpPr>
            <p:nvPr/>
          </p:nvCxnSpPr>
          <p:spPr>
            <a:xfrm>
              <a:off x="5113610" y="4165434"/>
              <a:ext cx="0" cy="202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BF935ED-E30D-3600-B869-6FBB58395A50}"/>
                </a:ext>
              </a:extLst>
            </p:cNvPr>
            <p:cNvCxnSpPr/>
            <p:nvPr/>
          </p:nvCxnSpPr>
          <p:spPr>
            <a:xfrm>
              <a:off x="4543445" y="4344952"/>
              <a:ext cx="14120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95B1CB4-A33F-B4ED-5038-D7EE40CCB809}"/>
                </a:ext>
              </a:extLst>
            </p:cNvPr>
            <p:cNvCxnSpPr>
              <a:cxnSpLocks/>
            </p:cNvCxnSpPr>
            <p:nvPr/>
          </p:nvCxnSpPr>
          <p:spPr>
            <a:xfrm>
              <a:off x="4543445" y="4344952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07586B6-391C-BB94-C94A-26C44AFA131D}"/>
                </a:ext>
              </a:extLst>
            </p:cNvPr>
            <p:cNvCxnSpPr/>
            <p:nvPr/>
          </p:nvCxnSpPr>
          <p:spPr>
            <a:xfrm flipH="1">
              <a:off x="5949343" y="4344952"/>
              <a:ext cx="6152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26F8D12-0937-D435-2AC7-1B1212217D9C}"/>
                </a:ext>
              </a:extLst>
            </p:cNvPr>
            <p:cNvSpPr/>
            <p:nvPr/>
          </p:nvSpPr>
          <p:spPr>
            <a:xfrm>
              <a:off x="4256634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D65F2C7-EE0F-9CEC-1F54-C941D5110E80}"/>
                </a:ext>
              </a:extLst>
            </p:cNvPr>
            <p:cNvSpPr txBox="1"/>
            <p:nvPr/>
          </p:nvSpPr>
          <p:spPr>
            <a:xfrm>
              <a:off x="4308638" y="5047416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用户注册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E1DB48C-88C6-4DAC-C19D-19204F924B77}"/>
                </a:ext>
              </a:extLst>
            </p:cNvPr>
            <p:cNvSpPr/>
            <p:nvPr/>
          </p:nvSpPr>
          <p:spPr>
            <a:xfrm>
              <a:off x="5674090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46189F8-AAFF-35B6-CB09-2CED47320000}"/>
                </a:ext>
              </a:extLst>
            </p:cNvPr>
            <p:cNvSpPr txBox="1"/>
            <p:nvPr/>
          </p:nvSpPr>
          <p:spPr>
            <a:xfrm>
              <a:off x="5718358" y="5047415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用户登录</a:t>
              </a: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7C1851A-0655-6198-4253-8E0D01E9B58D}"/>
                </a:ext>
              </a:extLst>
            </p:cNvPr>
            <p:cNvCxnSpPr>
              <a:cxnSpLocks/>
            </p:cNvCxnSpPr>
            <p:nvPr/>
          </p:nvCxnSpPr>
          <p:spPr>
            <a:xfrm>
              <a:off x="8612152" y="4142792"/>
              <a:ext cx="0" cy="202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037E521-BB61-4DBD-670F-DB6825257216}"/>
                </a:ext>
              </a:extLst>
            </p:cNvPr>
            <p:cNvSpPr/>
            <p:nvPr/>
          </p:nvSpPr>
          <p:spPr>
            <a:xfrm>
              <a:off x="7105437" y="4641537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A77A86E-050F-C3DC-41EC-3E8637C6EFEE}"/>
                </a:ext>
              </a:extLst>
            </p:cNvPr>
            <p:cNvSpPr txBox="1"/>
            <p:nvPr/>
          </p:nvSpPr>
          <p:spPr>
            <a:xfrm>
              <a:off x="7174772" y="4770418"/>
              <a:ext cx="46961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基本资料修改</a:t>
              </a: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A0DE8A5-0830-DB63-465E-981ECA728E68}"/>
                </a:ext>
              </a:extLst>
            </p:cNvPr>
            <p:cNvCxnSpPr>
              <a:cxnSpLocks/>
            </p:cNvCxnSpPr>
            <p:nvPr/>
          </p:nvCxnSpPr>
          <p:spPr>
            <a:xfrm>
              <a:off x="7387387" y="4344952"/>
              <a:ext cx="240685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BCE6FDFD-C795-5628-EE8E-4E68CFCEDDE1}"/>
                </a:ext>
              </a:extLst>
            </p:cNvPr>
            <p:cNvCxnSpPr>
              <a:cxnSpLocks/>
              <a:endCxn id="51" idx="0"/>
            </p:cNvCxnSpPr>
            <p:nvPr/>
          </p:nvCxnSpPr>
          <p:spPr>
            <a:xfrm>
              <a:off x="7380690" y="4344952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2FBBE86-8040-D664-9FF3-985823CECF43}"/>
                </a:ext>
              </a:extLst>
            </p:cNvPr>
            <p:cNvSpPr/>
            <p:nvPr/>
          </p:nvSpPr>
          <p:spPr>
            <a:xfrm>
              <a:off x="7866079" y="4638020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06CAE52-F7BA-5B24-9B85-E42D0A2627B8}"/>
                </a:ext>
              </a:extLst>
            </p:cNvPr>
            <p:cNvSpPr txBox="1"/>
            <p:nvPr/>
          </p:nvSpPr>
          <p:spPr>
            <a:xfrm>
              <a:off x="7926276" y="5043899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密码修改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1616B09B-9E9E-A464-ACBF-2399B40D4591}"/>
                </a:ext>
              </a:extLst>
            </p:cNvPr>
            <p:cNvSpPr/>
            <p:nvPr/>
          </p:nvSpPr>
          <p:spPr>
            <a:xfrm>
              <a:off x="9521919" y="4638020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2FD7B0A-19DB-0166-31D3-7FD46081E3B4}"/>
                </a:ext>
              </a:extLst>
            </p:cNvPr>
            <p:cNvSpPr txBox="1"/>
            <p:nvPr/>
          </p:nvSpPr>
          <p:spPr>
            <a:xfrm>
              <a:off x="9559433" y="5052966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点赞记录</a:t>
              </a: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2598838-B141-9615-5D1A-C644640346BD}"/>
                </a:ext>
              </a:extLst>
            </p:cNvPr>
            <p:cNvCxnSpPr>
              <a:endCxn id="57" idx="0"/>
            </p:cNvCxnSpPr>
            <p:nvPr/>
          </p:nvCxnSpPr>
          <p:spPr>
            <a:xfrm flipH="1">
              <a:off x="9797172" y="4341435"/>
              <a:ext cx="6152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F742CF5-9F33-205D-63A3-E0A38D5A1659}"/>
                </a:ext>
              </a:extLst>
            </p:cNvPr>
            <p:cNvSpPr/>
            <p:nvPr/>
          </p:nvSpPr>
          <p:spPr>
            <a:xfrm>
              <a:off x="8701080" y="4638020"/>
              <a:ext cx="550506" cy="2023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FDF8738-8E5E-4903-4693-1A2091F42BD5}"/>
                </a:ext>
              </a:extLst>
            </p:cNvPr>
            <p:cNvSpPr txBox="1"/>
            <p:nvPr/>
          </p:nvSpPr>
          <p:spPr>
            <a:xfrm>
              <a:off x="8741526" y="5043898"/>
              <a:ext cx="46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收藏管理</a:t>
              </a: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A0236AF-CC28-AC5E-F0A9-B87F93DF9036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8141331" y="4348470"/>
              <a:ext cx="1" cy="2895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D707171-AF2E-3FF4-DA3B-C4911C8BD298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flipV="1">
              <a:off x="8976333" y="4341435"/>
              <a:ext cx="0" cy="2965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96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93D6A59-8BD6-6ED0-E678-9BC6AADC8D8A}"/>
              </a:ext>
            </a:extLst>
          </p:cNvPr>
          <p:cNvGrpSpPr/>
          <p:nvPr/>
        </p:nvGrpSpPr>
        <p:grpSpPr>
          <a:xfrm>
            <a:off x="365760" y="365760"/>
            <a:ext cx="4216400" cy="3723640"/>
            <a:chOff x="365760" y="365760"/>
            <a:chExt cx="4216400" cy="372364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2433C85-2EFB-0F93-09C3-5C8DAA3986B3}"/>
                </a:ext>
              </a:extLst>
            </p:cNvPr>
            <p:cNvSpPr/>
            <p:nvPr/>
          </p:nvSpPr>
          <p:spPr>
            <a:xfrm>
              <a:off x="1808482" y="365760"/>
              <a:ext cx="1422400" cy="86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DB6263B-7EC1-1F9E-16E7-5D117C49BD53}"/>
                </a:ext>
              </a:extLst>
            </p:cNvPr>
            <p:cNvSpPr/>
            <p:nvPr/>
          </p:nvSpPr>
          <p:spPr>
            <a:xfrm>
              <a:off x="2651762" y="215392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21E609C-E564-958B-37BC-CB8F7A2F0ED8}"/>
                </a:ext>
              </a:extLst>
            </p:cNvPr>
            <p:cNvSpPr/>
            <p:nvPr/>
          </p:nvSpPr>
          <p:spPr>
            <a:xfrm>
              <a:off x="3789680" y="215392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AC2D48D-5A20-D9EB-9241-61830FCE60A5}"/>
                </a:ext>
              </a:extLst>
            </p:cNvPr>
            <p:cNvSpPr/>
            <p:nvPr/>
          </p:nvSpPr>
          <p:spPr>
            <a:xfrm>
              <a:off x="365760" y="216916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5E2A794-0A63-1959-CF84-A6503B870448}"/>
                </a:ext>
              </a:extLst>
            </p:cNvPr>
            <p:cNvSpPr/>
            <p:nvPr/>
          </p:nvSpPr>
          <p:spPr>
            <a:xfrm>
              <a:off x="1503678" y="216916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32D3DB5-D058-C683-3493-9C29FEE6872F}"/>
                </a:ext>
              </a:extLst>
            </p:cNvPr>
            <p:cNvCxnSpPr>
              <a:cxnSpLocks/>
              <a:stCxn id="2" idx="2"/>
              <a:endCxn id="7" idx="0"/>
            </p:cNvCxnSpPr>
            <p:nvPr/>
          </p:nvCxnSpPr>
          <p:spPr>
            <a:xfrm flipH="1">
              <a:off x="762000" y="1229360"/>
              <a:ext cx="1757682" cy="939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41867B-9803-0DBF-D733-43B4E446642E}"/>
                </a:ext>
              </a:extLst>
            </p:cNvPr>
            <p:cNvCxnSpPr>
              <a:stCxn id="2" idx="2"/>
              <a:endCxn id="8" idx="0"/>
            </p:cNvCxnSpPr>
            <p:nvPr/>
          </p:nvCxnSpPr>
          <p:spPr>
            <a:xfrm flipH="1">
              <a:off x="1899918" y="1229360"/>
              <a:ext cx="619764" cy="939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8717F70-1F50-32F8-C32E-6AF0E4A48A37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>
              <a:off x="2519682" y="1229360"/>
              <a:ext cx="528320" cy="9245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C235663-35DC-01A5-F800-02425CCDE0AC}"/>
                </a:ext>
              </a:extLst>
            </p:cNvPr>
            <p:cNvCxnSpPr>
              <a:stCxn id="2" idx="2"/>
              <a:endCxn id="6" idx="0"/>
            </p:cNvCxnSpPr>
            <p:nvPr/>
          </p:nvCxnSpPr>
          <p:spPr>
            <a:xfrm>
              <a:off x="2519682" y="1229360"/>
              <a:ext cx="1666238" cy="9245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F93F676-A248-2EB2-8E38-6C46006E3614}"/>
                </a:ext>
              </a:extLst>
            </p:cNvPr>
            <p:cNvSpPr txBox="1"/>
            <p:nvPr/>
          </p:nvSpPr>
          <p:spPr>
            <a:xfrm>
              <a:off x="1899918" y="477520"/>
              <a:ext cx="12395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User(</a:t>
              </a:r>
              <a:r>
                <a:rPr lang="zh-CN" altLang="en-US" dirty="0"/>
                <a:t>用户）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49D2247-D697-1913-D699-1566AB10FE0A}"/>
                </a:ext>
              </a:extLst>
            </p:cNvPr>
            <p:cNvSpPr txBox="1"/>
            <p:nvPr/>
          </p:nvSpPr>
          <p:spPr>
            <a:xfrm>
              <a:off x="589280" y="2458720"/>
              <a:ext cx="3759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新闻内容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F6917D-0F0E-98A8-03AF-293193B53299}"/>
                </a:ext>
              </a:extLst>
            </p:cNvPr>
            <p:cNvSpPr txBox="1"/>
            <p:nvPr/>
          </p:nvSpPr>
          <p:spPr>
            <a:xfrm>
              <a:off x="1717041" y="2709594"/>
              <a:ext cx="375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评论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3C94EF4-B17E-55C4-060F-38045284DE66}"/>
                </a:ext>
              </a:extLst>
            </p:cNvPr>
            <p:cNvSpPr txBox="1"/>
            <p:nvPr/>
          </p:nvSpPr>
          <p:spPr>
            <a:xfrm>
              <a:off x="2860042" y="2417355"/>
              <a:ext cx="3759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收藏关系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C86E471-C3C0-88C1-9673-EB384D1B2F1D}"/>
                </a:ext>
              </a:extLst>
            </p:cNvPr>
            <p:cNvSpPr txBox="1"/>
            <p:nvPr/>
          </p:nvSpPr>
          <p:spPr>
            <a:xfrm>
              <a:off x="3997960" y="2458719"/>
              <a:ext cx="3759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点赞关系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05541F0-F08F-FD99-2DB8-D7CDFD7B1AD1}"/>
              </a:ext>
            </a:extLst>
          </p:cNvPr>
          <p:cNvGrpSpPr/>
          <p:nvPr/>
        </p:nvGrpSpPr>
        <p:grpSpPr>
          <a:xfrm>
            <a:off x="5128259" y="365760"/>
            <a:ext cx="1935481" cy="3804920"/>
            <a:chOff x="6278879" y="365760"/>
            <a:chExt cx="1935481" cy="380492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4DD424A-98A4-66B6-3A9A-36C628C372C8}"/>
                </a:ext>
              </a:extLst>
            </p:cNvPr>
            <p:cNvSpPr/>
            <p:nvPr/>
          </p:nvSpPr>
          <p:spPr>
            <a:xfrm>
              <a:off x="6370320" y="365760"/>
              <a:ext cx="1818642" cy="86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B089463-AF40-53E9-A756-8E6E78DAF7D2}"/>
                </a:ext>
              </a:extLst>
            </p:cNvPr>
            <p:cNvSpPr/>
            <p:nvPr/>
          </p:nvSpPr>
          <p:spPr>
            <a:xfrm>
              <a:off x="7421880" y="215392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FC97A7A-8089-EA28-055A-199744E1E3E6}"/>
                </a:ext>
              </a:extLst>
            </p:cNvPr>
            <p:cNvSpPr/>
            <p:nvPr/>
          </p:nvSpPr>
          <p:spPr>
            <a:xfrm>
              <a:off x="6278879" y="2250440"/>
              <a:ext cx="792480" cy="19202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66D36B1-C8F0-1055-7525-8E2004369BA0}"/>
                </a:ext>
              </a:extLst>
            </p:cNvPr>
            <p:cNvCxnSpPr>
              <a:cxnSpLocks/>
              <a:stCxn id="25" idx="2"/>
              <a:endCxn id="29" idx="0"/>
            </p:cNvCxnSpPr>
            <p:nvPr/>
          </p:nvCxnSpPr>
          <p:spPr>
            <a:xfrm flipH="1">
              <a:off x="6675119" y="1229360"/>
              <a:ext cx="604522" cy="10210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AC2BC2C-F81E-BC9E-B02C-DACA79539D4B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>
              <a:off x="7279641" y="1229360"/>
              <a:ext cx="538479" cy="9245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92FDE5A-C993-3715-1706-7CBC32A35C3E}"/>
                </a:ext>
              </a:extLst>
            </p:cNvPr>
            <p:cNvSpPr txBox="1"/>
            <p:nvPr/>
          </p:nvSpPr>
          <p:spPr>
            <a:xfrm>
              <a:off x="6380478" y="582414"/>
              <a:ext cx="1818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Thing(</a:t>
              </a:r>
              <a:r>
                <a:rPr lang="zh-CN" altLang="en-US" dirty="0"/>
                <a:t>新闻内容）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DA68EB2-1EB3-4C9A-48A0-1303FB07FE91}"/>
                </a:ext>
              </a:extLst>
            </p:cNvPr>
            <p:cNvSpPr txBox="1"/>
            <p:nvPr/>
          </p:nvSpPr>
          <p:spPr>
            <a:xfrm>
              <a:off x="6487159" y="2806114"/>
              <a:ext cx="375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评论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160EB50-F9CF-39D6-84FA-C069D5B32559}"/>
                </a:ext>
              </a:extLst>
            </p:cNvPr>
            <p:cNvSpPr txBox="1"/>
            <p:nvPr/>
          </p:nvSpPr>
          <p:spPr>
            <a:xfrm>
              <a:off x="7630160" y="2735717"/>
              <a:ext cx="375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记录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1C08330C-EF55-C598-3EFC-5D7F621BBD4E}"/>
              </a:ext>
            </a:extLst>
          </p:cNvPr>
          <p:cNvSpPr/>
          <p:nvPr/>
        </p:nvSpPr>
        <p:spPr>
          <a:xfrm>
            <a:off x="7830818" y="365760"/>
            <a:ext cx="2049782" cy="863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6FFCD4D7-40FF-96A8-2016-65E2FA8225B9}"/>
              </a:ext>
            </a:extLst>
          </p:cNvPr>
          <p:cNvSpPr/>
          <p:nvPr/>
        </p:nvSpPr>
        <p:spPr>
          <a:xfrm>
            <a:off x="8299446" y="2169160"/>
            <a:ext cx="792480" cy="19202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2ABC67B-DBFB-F10C-9E14-E9CB9BB33649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8695686" y="1236980"/>
            <a:ext cx="17770" cy="932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6E40742-8BF6-D712-EF42-A00655FD9ECA}"/>
              </a:ext>
            </a:extLst>
          </p:cNvPr>
          <p:cNvSpPr txBox="1"/>
          <p:nvPr/>
        </p:nvSpPr>
        <p:spPr>
          <a:xfrm>
            <a:off x="7840976" y="582414"/>
            <a:ext cx="204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Classification(</a:t>
            </a:r>
            <a:r>
              <a:rPr lang="zh-CN" altLang="en-US" dirty="0"/>
              <a:t>分类）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99ED122-BCF2-A20A-BE06-3F347944270F}"/>
              </a:ext>
            </a:extLst>
          </p:cNvPr>
          <p:cNvSpPr txBox="1"/>
          <p:nvPr/>
        </p:nvSpPr>
        <p:spPr>
          <a:xfrm>
            <a:off x="8489947" y="2458719"/>
            <a:ext cx="375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新闻内容</a:t>
            </a:r>
          </a:p>
        </p:txBody>
      </p:sp>
    </p:spTree>
    <p:extLst>
      <p:ext uri="{BB962C8B-B14F-4D97-AF65-F5344CB8AC3E}">
        <p14:creationId xmlns:p14="http://schemas.microsoft.com/office/powerpoint/2010/main" val="479275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89</Words>
  <Application>Microsoft Office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世乾 魏</dc:creator>
  <cp:lastModifiedBy>世乾 魏</cp:lastModifiedBy>
  <cp:revision>2</cp:revision>
  <dcterms:created xsi:type="dcterms:W3CDTF">2025-10-30T02:24:15Z</dcterms:created>
  <dcterms:modified xsi:type="dcterms:W3CDTF">2025-10-30T03:21:41Z</dcterms:modified>
</cp:coreProperties>
</file>